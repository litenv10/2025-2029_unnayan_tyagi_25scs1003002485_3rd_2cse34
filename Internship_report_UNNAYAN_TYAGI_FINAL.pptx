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2166600" cy="97917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9050" y="1471116"/>
            <a:ext cx="12192000" cy="6849468"/>
            <a:chOff x="0" y="0"/>
            <a:chExt cx="16256000" cy="9132623"/>
          </a:xfrm>
        </p:grpSpPr>
        <p:sp>
          <p:nvSpPr>
            <p:cNvPr name="Freeform 3" id="3" descr="_clean_slide_1.png"/>
            <p:cNvSpPr/>
            <p:nvPr/>
          </p:nvSpPr>
          <p:spPr>
            <a:xfrm flipH="false" flipV="false" rot="0">
              <a:off x="0" y="0"/>
              <a:ext cx="16256000" cy="9132661"/>
            </a:xfrm>
            <a:custGeom>
              <a:avLst/>
              <a:gdLst/>
              <a:ahLst/>
              <a:cxnLst/>
              <a:rect r="r" b="b" t="t" l="l"/>
              <a:pathLst>
                <a:path h="9132661" w="16256000">
                  <a:moveTo>
                    <a:pt x="0" y="0"/>
                  </a:moveTo>
                  <a:lnTo>
                    <a:pt x="16256000" y="0"/>
                  </a:lnTo>
                  <a:lnTo>
                    <a:pt x="16256000" y="9132661"/>
                  </a:lnTo>
                  <a:lnTo>
                    <a:pt x="0" y="91326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85" r="0" b="-185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460959"/>
            <a:ext cx="12192000" cy="6869782"/>
            <a:chOff x="0" y="0"/>
            <a:chExt cx="16256000" cy="9159710"/>
          </a:xfrm>
        </p:grpSpPr>
        <p:sp>
          <p:nvSpPr>
            <p:cNvPr name="Freeform 3" id="3" descr="_clean_slide_2.png"/>
            <p:cNvSpPr/>
            <p:nvPr/>
          </p:nvSpPr>
          <p:spPr>
            <a:xfrm flipH="false" flipV="false" rot="0">
              <a:off x="0" y="0"/>
              <a:ext cx="16256000" cy="9159748"/>
            </a:xfrm>
            <a:custGeom>
              <a:avLst/>
              <a:gdLst/>
              <a:ahLst/>
              <a:cxnLst/>
              <a:rect r="r" b="b" t="t" l="l"/>
              <a:pathLst>
                <a:path h="9159748" w="16256000">
                  <a:moveTo>
                    <a:pt x="0" y="0"/>
                  </a:moveTo>
                  <a:lnTo>
                    <a:pt x="16256000" y="0"/>
                  </a:lnTo>
                  <a:lnTo>
                    <a:pt x="16256000" y="9159748"/>
                  </a:lnTo>
                  <a:lnTo>
                    <a:pt x="0" y="91597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7" r="0" b="-37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460959"/>
            <a:ext cx="12192000" cy="6869782"/>
            <a:chOff x="0" y="0"/>
            <a:chExt cx="16256000" cy="9159710"/>
          </a:xfrm>
        </p:grpSpPr>
        <p:sp>
          <p:nvSpPr>
            <p:cNvPr name="Freeform 3" id="3" descr="_clean_slide_3.png"/>
            <p:cNvSpPr/>
            <p:nvPr/>
          </p:nvSpPr>
          <p:spPr>
            <a:xfrm flipH="false" flipV="false" rot="0">
              <a:off x="0" y="0"/>
              <a:ext cx="16256000" cy="9159748"/>
            </a:xfrm>
            <a:custGeom>
              <a:avLst/>
              <a:gdLst/>
              <a:ahLst/>
              <a:cxnLst/>
              <a:rect r="r" b="b" t="t" l="l"/>
              <a:pathLst>
                <a:path h="9159748" w="16256000">
                  <a:moveTo>
                    <a:pt x="0" y="0"/>
                  </a:moveTo>
                  <a:lnTo>
                    <a:pt x="16256000" y="0"/>
                  </a:lnTo>
                  <a:lnTo>
                    <a:pt x="16256000" y="9159748"/>
                  </a:lnTo>
                  <a:lnTo>
                    <a:pt x="0" y="91597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7" r="0" b="-37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656287"/>
            <a:ext cx="12192000" cy="8479126"/>
            <a:chOff x="0" y="0"/>
            <a:chExt cx="16256000" cy="11305502"/>
          </a:xfrm>
        </p:grpSpPr>
        <p:sp>
          <p:nvSpPr>
            <p:cNvPr name="Freeform 3" id="3" descr="_clean_slide_4.png"/>
            <p:cNvSpPr/>
            <p:nvPr/>
          </p:nvSpPr>
          <p:spPr>
            <a:xfrm flipH="false" flipV="false" rot="0">
              <a:off x="0" y="0"/>
              <a:ext cx="16256000" cy="11305540"/>
            </a:xfrm>
            <a:custGeom>
              <a:avLst/>
              <a:gdLst/>
              <a:ahLst/>
              <a:cxnLst/>
              <a:rect r="r" b="b" t="t" l="l"/>
              <a:pathLst>
                <a:path h="11305540" w="16256000">
                  <a:moveTo>
                    <a:pt x="0" y="0"/>
                  </a:moveTo>
                  <a:lnTo>
                    <a:pt x="16256000" y="0"/>
                  </a:lnTo>
                  <a:lnTo>
                    <a:pt x="16256000" y="11305540"/>
                  </a:lnTo>
                  <a:lnTo>
                    <a:pt x="0" y="113055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665" t="0" r="-5542" b="-10222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460959"/>
            <a:ext cx="12192000" cy="6869782"/>
            <a:chOff x="0" y="0"/>
            <a:chExt cx="16256000" cy="9159710"/>
          </a:xfrm>
        </p:grpSpPr>
        <p:sp>
          <p:nvSpPr>
            <p:cNvPr name="Freeform 3" id="3" descr="_clean_slide_5.png"/>
            <p:cNvSpPr/>
            <p:nvPr/>
          </p:nvSpPr>
          <p:spPr>
            <a:xfrm flipH="false" flipV="false" rot="0">
              <a:off x="0" y="0"/>
              <a:ext cx="16256000" cy="9159748"/>
            </a:xfrm>
            <a:custGeom>
              <a:avLst/>
              <a:gdLst/>
              <a:ahLst/>
              <a:cxnLst/>
              <a:rect r="r" b="b" t="t" l="l"/>
              <a:pathLst>
                <a:path h="9159748" w="16256000">
                  <a:moveTo>
                    <a:pt x="0" y="0"/>
                  </a:moveTo>
                  <a:lnTo>
                    <a:pt x="16256000" y="0"/>
                  </a:lnTo>
                  <a:lnTo>
                    <a:pt x="16256000" y="9159748"/>
                  </a:lnTo>
                  <a:lnTo>
                    <a:pt x="0" y="91597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7" r="0" b="-37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4162"/>
            <a:ext cx="12192000" cy="9795862"/>
            <a:chOff x="0" y="0"/>
            <a:chExt cx="16256000" cy="13061150"/>
          </a:xfrm>
        </p:grpSpPr>
        <p:sp>
          <p:nvSpPr>
            <p:cNvPr name="Freeform 3" id="3" descr="_clean_slide_6.png"/>
            <p:cNvSpPr/>
            <p:nvPr/>
          </p:nvSpPr>
          <p:spPr>
            <a:xfrm flipH="false" flipV="false" rot="0">
              <a:off x="0" y="0"/>
              <a:ext cx="16256000" cy="13061187"/>
            </a:xfrm>
            <a:custGeom>
              <a:avLst/>
              <a:gdLst/>
              <a:ahLst/>
              <a:cxnLst/>
              <a:rect r="r" b="b" t="t" l="l"/>
              <a:pathLst>
                <a:path h="13061187" w="16256000">
                  <a:moveTo>
                    <a:pt x="0" y="0"/>
                  </a:moveTo>
                  <a:lnTo>
                    <a:pt x="16256000" y="0"/>
                  </a:lnTo>
                  <a:lnTo>
                    <a:pt x="16256000" y="13061187"/>
                  </a:lnTo>
                  <a:lnTo>
                    <a:pt x="0" y="130611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665" t="-441" r="-4215" b="-8496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9050" y="902260"/>
            <a:ext cx="12192000" cy="7987179"/>
            <a:chOff x="0" y="0"/>
            <a:chExt cx="16256000" cy="10649572"/>
          </a:xfrm>
        </p:grpSpPr>
        <p:sp>
          <p:nvSpPr>
            <p:cNvPr name="Freeform 3" id="3" descr="_clean_slide_7.png"/>
            <p:cNvSpPr/>
            <p:nvPr/>
          </p:nvSpPr>
          <p:spPr>
            <a:xfrm flipH="false" flipV="false" rot="0">
              <a:off x="0" y="0"/>
              <a:ext cx="16256000" cy="10649598"/>
            </a:xfrm>
            <a:custGeom>
              <a:avLst/>
              <a:gdLst/>
              <a:ahLst/>
              <a:cxnLst/>
              <a:rect r="r" b="b" t="t" l="l"/>
              <a:pathLst>
                <a:path h="10649598" w="16256000">
                  <a:moveTo>
                    <a:pt x="0" y="0"/>
                  </a:moveTo>
                  <a:lnTo>
                    <a:pt x="16256000" y="0"/>
                  </a:lnTo>
                  <a:lnTo>
                    <a:pt x="16256000" y="10649598"/>
                  </a:lnTo>
                  <a:lnTo>
                    <a:pt x="0" y="106495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665" t="0" r="-5288" b="-1004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9050" y="1460959"/>
            <a:ext cx="12192000" cy="6869782"/>
            <a:chOff x="0" y="0"/>
            <a:chExt cx="16256000" cy="9159710"/>
          </a:xfrm>
        </p:grpSpPr>
        <p:sp>
          <p:nvSpPr>
            <p:cNvPr name="Freeform 3" id="3" descr="_clean_slide_8.png"/>
            <p:cNvSpPr/>
            <p:nvPr/>
          </p:nvSpPr>
          <p:spPr>
            <a:xfrm flipH="false" flipV="false" rot="0">
              <a:off x="0" y="0"/>
              <a:ext cx="16256000" cy="9159748"/>
            </a:xfrm>
            <a:custGeom>
              <a:avLst/>
              <a:gdLst/>
              <a:ahLst/>
              <a:cxnLst/>
              <a:rect r="r" b="b" t="t" l="l"/>
              <a:pathLst>
                <a:path h="9159748" w="16256000">
                  <a:moveTo>
                    <a:pt x="0" y="0"/>
                  </a:moveTo>
                  <a:lnTo>
                    <a:pt x="16256000" y="0"/>
                  </a:lnTo>
                  <a:lnTo>
                    <a:pt x="16256000" y="9159748"/>
                  </a:lnTo>
                  <a:lnTo>
                    <a:pt x="0" y="91597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7" r="0" b="-37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DAHU0AmDg6Y</dc:identifier>
  <dcterms:modified xsi:type="dcterms:W3CDTF">2011-08-01T06:04:30Z</dcterms:modified>
  <cp:revision>1</cp:revision>
</cp:coreProperties>
</file>